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Localização Indoor Baseada em Imagens do Teto</a:t>
            </a:r>
          </a:p>
          <a:p>
            <a:pPr>
              <a:defRPr sz="2200">
                <a:solidFill>
                  <a:srgbClr val="9CA3AF"/>
                </a:solidFill>
              </a:defRPr>
            </a:pPr>
            <a:r>
              <a:t>Estimar onde você está, dentro de um prédio, a partir de uma foto do teto + GPS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Projeto de pesquisa · Munif Gebara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GPS funciona mal dentro de prédios (paredes, lajes, múltiplos andares).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Localizar pessoas/ativos em shoppings, aeroportos e hospitais é difícil.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Soluções com Wi-Fi/Bluetooth exigem infraestrutura e calibração constante.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Queremos algo que use só o que o celular já tem: câmera + GPS.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A hipótese: por que o teto?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O teto é uma referência visual estável: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Quase não tem pessoas passando na frente.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Muda pouco com o tempo.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Iluminação mais constante que no nível do chão.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Logo, é ideal para reconhecimento visual de lugar (Visual Place Recognition).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GPS impreciso é suficiente como filtro grosseiro (reduz o espaço de busca).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Como funciona (visão geral)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Fase 1 — Mapeamento: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Coletor tira fotos do teto; a cada foto captura o GPS.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Usuário toca na planta baixa para marcar onde a foto foi tirada (x, y).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Cada foto vira um vetor (embedding) guardado no banco.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Fase 2 — Consulta: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Nova foto + GPS chegam na API.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A API filtra por GPS, acha as fotos mais parecidas e devolve (x, y) + confiança.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Pipeline de localização (o núcleo)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1. Filtro geográfico por raio de GPS  →  milhares viram dezenas (earthdistance).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2. Busca por similaridade visual  →  top-N candidatos (pgvector, embeddings).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3. Verificação geométrica  →  features locais + RANSAC confirmam o casamento.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4. Interpolação ponderada  →  estima (x, y) na planta a partir dos melhores.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5. Resposta  →  { x, y, confiança, candidatos }.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Decisões de arquitetura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Tema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Decisão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Python + FastAPI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Match 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Híbrido: embeddings + verificação geométrica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Banco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PostgreSQL + pgvector + earthdistance/cube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Saída da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(x, y) interpolado na planta + confiança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Planta baixa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SVG canônico (DWG convertido no upload)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Vue 3 + Vite (PWA): admin, coletor, teste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Kubernetes (k3s) no gimli + Cloudflare Tunnel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Modelo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local — o ambiente mapeado (shopping, aeroporto...).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planta — planta baixa em SVG vinculada a um local.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foto — foto do teto: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latitude, longitude, gps_precisao (GPS bruto)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plan_x, plan_y (posição marcada na planta)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embedding vector(512) (pgvector)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tipo: 'mapeamento' ou 'consulta'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Índices: GiST em ll_to_earth(lat,lon) e HNSW no embedding.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Os três aplicativos (PWA)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Admin — cadastra locais e faz upload da planta (SVG).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Coletor — tira foto do teto, captura GPS e marca a posição na planta.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Teste — envia foto + GPS e mostra a posição estimada.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São PWAs em Vue 3: instaláveis, acessam câmera e GPS pelo navegador.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Câmera/GPS são Web APIs — sem app nativo.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Código comum (câmera, GPS, HTTP, planta) compartilhado entre os três.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Infraestrutura e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Servidor gimli (192.168.0.99): Kubernetes k3s single-node.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Postgres compartilhado (pgvector/pgvector:pg17) — banco 'teto' dedicado.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Ingress Traefik; storage local-path.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Imagem construída no nó e importada no containerd (sem registry externo).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Exposição externa via Cloudflare Tunnel.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CI/CD com GitHub Actions self-hosted runner.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Fluxo: issue → branch → Pull Request → merge na master.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A34A"/>
                </a:solidFill>
              </a:defRPr>
            </a:pPr>
            <a:r>
              <a:t>Status atual — M0 concluído 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Repositório, estrutura e documentação (em português) prontos.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Backend FastAPI no ar no gimli: /saude → banco 'ok'.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Banco 'teto' criado com extensões vector, cube, earthdistance.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Tabelas local, planta, foto + índices (HNSW, GiST) via migração Alembic.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• Apps Vue (admin, coletor, teste) com estrutura e integração câmera/GPS.</a:t>
            </a:r>
          </a:p>
          <a:p>
            <a:pPr>
              <a:spcAft>
                <a:spcPts val="800"/>
              </a:spcAft>
              <a:defRPr sz="1900">
                <a:solidFill>
                  <a:srgbClr val="6B7280"/>
                </a:solidFill>
              </a:defRPr>
            </a:pPr>
            <a:r>
              <a:t>   – Acessível em teto.local (Traefik); Cloudflare Tunnel a configurar.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Marco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Entrega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M0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Fundação: infra, API de saúde, banco e deploy no gimli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Cadastro: API + Admin (criar local, upload da planta SVG)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Coleta: Coletor grava foto + GPS + (x,y) + embedding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Localização: endpoint de consulta + Teste mostra o ponto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827"/>
                          </a:solidFill>
                        </a:defRPr>
                      </a:pPr>
                      <a:r>
                        <a:t>Avaliação: métricas de erro (metros) e ajuste do modelo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Obrigado!  Próximo passo: M1 — Cadastro de locais e plantas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